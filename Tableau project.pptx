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Tableauproject_17720352357020/Dashboard4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5C25A21-7735-493B-B8F3-9AF735157B5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Tableau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83F98F7-0A72-40D1-A7A2-14A33652EDB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3/2/2026 12:33:46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4" id="2" name="slide2">
            <a:extLst>
              <a:ext uri="{FF2B5EF4-FFF2-40B4-BE49-F238E27FC236}">
                <a16:creationId xmlns:a16="http://schemas.microsoft.com/office/drawing/2014/main" id="{427CFC80-E9EB-476B-BC64-775B4DEAB8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10" y="502920"/>
            <a:ext cx="715518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2026-03-02T12:33:47Z</dcterms:created>
  <dcterms:modified xsi:type="dcterms:W3CDTF">2026-03-02T12:33:47Z</dcterms:modified>
</cp:coreProperties>
</file>